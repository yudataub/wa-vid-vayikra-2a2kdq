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>
        <p:scale>
          <a:sx n="66" d="100"/>
          <a:sy n="66" d="100"/>
        </p:scale>
        <p:origin x="90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4796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89029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086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7061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28991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7590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9723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8443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9014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174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8644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00100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6198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7395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0538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72160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4EA9E-46FD-4363-8111-55A1A4FAAA1B}" type="datetimeFigureOut">
              <a:rPr lang="he-IL" smtClean="0"/>
              <a:t>י"ט/אלול/תשע"ט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0AE732-84A8-43DD-8E17-47DD03378B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4761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835AF5E-773F-4BCA-9603-26E39197C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781" y="1710268"/>
            <a:ext cx="7766936" cy="1646302"/>
          </a:xfrm>
        </p:spPr>
        <p:txBody>
          <a:bodyPr/>
          <a:lstStyle/>
          <a:p>
            <a:r>
              <a:rPr lang="he-IL" sz="6000" b="1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שופטים פרק ד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DA82700-4F18-437E-84D7-2270047A8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781" y="3356570"/>
            <a:ext cx="7766936" cy="1096899"/>
          </a:xfrm>
        </p:spPr>
        <p:txBody>
          <a:bodyPr>
            <a:normAutofit/>
          </a:bodyPr>
          <a:lstStyle/>
          <a:p>
            <a:r>
              <a:rPr lang="he-IL" sz="4400" dirty="0">
                <a:solidFill>
                  <a:schemeClr val="accent2">
                    <a:lumMod val="75000"/>
                  </a:schemeClr>
                </a:solidFill>
              </a:rPr>
              <a:t>דבורה וברק</a:t>
            </a:r>
          </a:p>
        </p:txBody>
      </p:sp>
    </p:spTree>
    <p:extLst>
      <p:ext uri="{BB962C8B-B14F-4D97-AF65-F5344CB8AC3E}">
        <p14:creationId xmlns:p14="http://schemas.microsoft.com/office/powerpoint/2010/main" val="326129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2980FB33-F857-4589-8FC9-9321AF885875}"/>
              </a:ext>
            </a:extLst>
          </p:cNvPr>
          <p:cNvGrpSpPr/>
          <p:nvPr/>
        </p:nvGrpSpPr>
        <p:grpSpPr>
          <a:xfrm>
            <a:off x="1116662" y="308464"/>
            <a:ext cx="6760576" cy="6241072"/>
            <a:chOff x="0" y="0"/>
            <a:chExt cx="4057650" cy="3713480"/>
          </a:xfrm>
        </p:grpSpPr>
        <p:pic>
          <p:nvPicPr>
            <p:cNvPr id="5" name="תמונה 4">
              <a:extLst>
                <a:ext uri="{FF2B5EF4-FFF2-40B4-BE49-F238E27FC236}">
                  <a16:creationId xmlns:a16="http://schemas.microsoft.com/office/drawing/2014/main" id="{F691ACFD-F334-45EC-986E-1C407ECCD0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871" t="44508" r="24052" b="28998"/>
            <a:stretch/>
          </p:blipFill>
          <p:spPr bwMode="auto">
            <a:xfrm>
              <a:off x="0" y="0"/>
              <a:ext cx="4057650" cy="371348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6" name="אליפסה 5">
              <a:extLst>
                <a:ext uri="{FF2B5EF4-FFF2-40B4-BE49-F238E27FC236}">
                  <a16:creationId xmlns:a16="http://schemas.microsoft.com/office/drawing/2014/main" id="{2F79D93D-5FE0-4FE3-AE81-7488B34F8890}"/>
                </a:ext>
              </a:extLst>
            </p:cNvPr>
            <p:cNvSpPr/>
            <p:nvPr/>
          </p:nvSpPr>
          <p:spPr>
            <a:xfrm>
              <a:off x="1582310" y="1800970"/>
              <a:ext cx="113386" cy="1264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he-IL"/>
            </a:p>
          </p:txBody>
        </p:sp>
        <p:sp>
          <p:nvSpPr>
            <p:cNvPr id="7" name="אליפסה 6">
              <a:extLst>
                <a:ext uri="{FF2B5EF4-FFF2-40B4-BE49-F238E27FC236}">
                  <a16:creationId xmlns:a16="http://schemas.microsoft.com/office/drawing/2014/main" id="{4346B349-898B-48B8-B38B-FE0CAC7D4C37}"/>
                </a:ext>
              </a:extLst>
            </p:cNvPr>
            <p:cNvSpPr/>
            <p:nvPr/>
          </p:nvSpPr>
          <p:spPr>
            <a:xfrm>
              <a:off x="1443162" y="1630017"/>
              <a:ext cx="113386" cy="1264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he-IL"/>
            </a:p>
          </p:txBody>
        </p:sp>
        <p:sp>
          <p:nvSpPr>
            <p:cNvPr id="8" name="אליפסה 7">
              <a:extLst>
                <a:ext uri="{FF2B5EF4-FFF2-40B4-BE49-F238E27FC236}">
                  <a16:creationId xmlns:a16="http://schemas.microsoft.com/office/drawing/2014/main" id="{6AD3101B-87A1-4A6B-8BF5-25CD230F2F38}"/>
                </a:ext>
              </a:extLst>
            </p:cNvPr>
            <p:cNvSpPr/>
            <p:nvPr/>
          </p:nvSpPr>
          <p:spPr>
            <a:xfrm>
              <a:off x="1526651" y="1705555"/>
              <a:ext cx="113386" cy="1264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he-IL"/>
            </a:p>
          </p:txBody>
        </p:sp>
        <p:sp>
          <p:nvSpPr>
            <p:cNvPr id="9" name="אליפסה 8">
              <a:extLst>
                <a:ext uri="{FF2B5EF4-FFF2-40B4-BE49-F238E27FC236}">
                  <a16:creationId xmlns:a16="http://schemas.microsoft.com/office/drawing/2014/main" id="{911404C8-E5A9-427A-B36B-75D5A3CB8D66}"/>
                </a:ext>
              </a:extLst>
            </p:cNvPr>
            <p:cNvSpPr/>
            <p:nvPr/>
          </p:nvSpPr>
          <p:spPr>
            <a:xfrm>
              <a:off x="1423284" y="1347746"/>
              <a:ext cx="113386" cy="1264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he-IL"/>
            </a:p>
          </p:txBody>
        </p:sp>
        <p:sp>
          <p:nvSpPr>
            <p:cNvPr id="10" name="אליפסה 9">
              <a:extLst>
                <a:ext uri="{FF2B5EF4-FFF2-40B4-BE49-F238E27FC236}">
                  <a16:creationId xmlns:a16="http://schemas.microsoft.com/office/drawing/2014/main" id="{791335E3-297D-41C4-9A51-5DB20DEF0D17}"/>
                </a:ext>
              </a:extLst>
            </p:cNvPr>
            <p:cNvSpPr/>
            <p:nvPr/>
          </p:nvSpPr>
          <p:spPr>
            <a:xfrm>
              <a:off x="1347747" y="1121134"/>
              <a:ext cx="113386" cy="1264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he-IL"/>
            </a:p>
          </p:txBody>
        </p:sp>
        <p:sp>
          <p:nvSpPr>
            <p:cNvPr id="11" name="אליפסה 10">
              <a:extLst>
                <a:ext uri="{FF2B5EF4-FFF2-40B4-BE49-F238E27FC236}">
                  <a16:creationId xmlns:a16="http://schemas.microsoft.com/office/drawing/2014/main" id="{D4DB1470-BAD2-4981-AEC2-F0BBF4394968}"/>
                </a:ext>
              </a:extLst>
            </p:cNvPr>
            <p:cNvSpPr/>
            <p:nvPr/>
          </p:nvSpPr>
          <p:spPr>
            <a:xfrm>
              <a:off x="1443162" y="1001864"/>
              <a:ext cx="113386" cy="1264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he-IL"/>
            </a:p>
          </p:txBody>
        </p:sp>
        <p:sp>
          <p:nvSpPr>
            <p:cNvPr id="12" name="אליפסה 11">
              <a:extLst>
                <a:ext uri="{FF2B5EF4-FFF2-40B4-BE49-F238E27FC236}">
                  <a16:creationId xmlns:a16="http://schemas.microsoft.com/office/drawing/2014/main" id="{D881244B-0454-4406-ABB7-1AD08EE67C6B}"/>
                </a:ext>
              </a:extLst>
            </p:cNvPr>
            <p:cNvSpPr/>
            <p:nvPr/>
          </p:nvSpPr>
          <p:spPr>
            <a:xfrm>
              <a:off x="1335820" y="878619"/>
              <a:ext cx="113386" cy="1264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he-IL"/>
            </a:p>
          </p:txBody>
        </p:sp>
        <p:sp>
          <p:nvSpPr>
            <p:cNvPr id="13" name="אליפסה 12">
              <a:extLst>
                <a:ext uri="{FF2B5EF4-FFF2-40B4-BE49-F238E27FC236}">
                  <a16:creationId xmlns:a16="http://schemas.microsoft.com/office/drawing/2014/main" id="{24FDD8DB-F922-46F3-9B32-8570041517A2}"/>
                </a:ext>
              </a:extLst>
            </p:cNvPr>
            <p:cNvSpPr/>
            <p:nvPr/>
          </p:nvSpPr>
          <p:spPr>
            <a:xfrm>
              <a:off x="1932167" y="1713506"/>
              <a:ext cx="113386" cy="1264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he-IL"/>
            </a:p>
          </p:txBody>
        </p:sp>
        <p:sp>
          <p:nvSpPr>
            <p:cNvPr id="14" name="אליפסה 13">
              <a:extLst>
                <a:ext uri="{FF2B5EF4-FFF2-40B4-BE49-F238E27FC236}">
                  <a16:creationId xmlns:a16="http://schemas.microsoft.com/office/drawing/2014/main" id="{C5C34C3F-BB29-415F-844A-713A39C04531}"/>
                </a:ext>
              </a:extLst>
            </p:cNvPr>
            <p:cNvSpPr/>
            <p:nvPr/>
          </p:nvSpPr>
          <p:spPr>
            <a:xfrm>
              <a:off x="1574359" y="1280160"/>
              <a:ext cx="113386" cy="1264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he-IL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D30B00C-56B3-4F99-98DB-3D6A63A2C628}"/>
              </a:ext>
            </a:extLst>
          </p:cNvPr>
          <p:cNvSpPr txBox="1"/>
          <p:nvPr/>
        </p:nvSpPr>
        <p:spPr>
          <a:xfrm>
            <a:off x="8016341" y="2270548"/>
            <a:ext cx="2946400" cy="25545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000" dirty="0">
                <a:latin typeface="Narkisim" panose="020E0502050101010101" pitchFamily="34" charset="-79"/>
                <a:cs typeface="Narkisim" panose="020E0502050101010101" pitchFamily="34" charset="-79"/>
              </a:rPr>
              <a:t>ערים כנעניות היוצרות רצף טריטוריאלי בין הירדן לים</a:t>
            </a:r>
          </a:p>
        </p:txBody>
      </p:sp>
    </p:spTree>
    <p:extLst>
      <p:ext uri="{BB962C8B-B14F-4D97-AF65-F5344CB8AC3E}">
        <p14:creationId xmlns:p14="http://schemas.microsoft.com/office/powerpoint/2010/main" val="2482448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 descr="Nahal Kishon Route.png">
            <a:extLst>
              <a:ext uri="{FF2B5EF4-FFF2-40B4-BE49-F238E27FC236}">
                <a16:creationId xmlns:a16="http://schemas.microsoft.com/office/drawing/2014/main" id="{37BFA9D6-A322-40E3-A287-3C6BEFF5857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666" y="387894"/>
            <a:ext cx="7298787" cy="57148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B4DA77-55DF-4388-BF24-BFC9C57479F5}"/>
              </a:ext>
            </a:extLst>
          </p:cNvPr>
          <p:cNvSpPr txBox="1"/>
          <p:nvPr/>
        </p:nvSpPr>
        <p:spPr>
          <a:xfrm>
            <a:off x="624114" y="1190171"/>
            <a:ext cx="30480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000" dirty="0">
                <a:latin typeface="Narkisim" panose="020E0502050101010101" pitchFamily="34" charset="-79"/>
                <a:cs typeface="Narkisim" panose="020E0502050101010101" pitchFamily="34" charset="-79"/>
              </a:rPr>
              <a:t>נחל קישון</a:t>
            </a:r>
          </a:p>
        </p:txBody>
      </p:sp>
    </p:spTree>
    <p:extLst>
      <p:ext uri="{BB962C8B-B14F-4D97-AF65-F5344CB8AC3E}">
        <p14:creationId xmlns:p14="http://schemas.microsoft.com/office/powerpoint/2010/main" val="3333147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×ª××¦××ª ×ª××× × ×¢×××¨ ××¤×ª ××¨×¥ ××©×¨××">
            <a:extLst>
              <a:ext uri="{FF2B5EF4-FFF2-40B4-BE49-F238E27FC236}">
                <a16:creationId xmlns:a16="http://schemas.microsoft.com/office/drawing/2014/main" id="{0CFB37CB-1882-435D-8950-6240EF13C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738" y="0"/>
            <a:ext cx="2930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מחבר: מעוקל 2">
            <a:extLst>
              <a:ext uri="{FF2B5EF4-FFF2-40B4-BE49-F238E27FC236}">
                <a16:creationId xmlns:a16="http://schemas.microsoft.com/office/drawing/2014/main" id="{3A62C0A1-C6E6-4DE3-AB33-6977F2AC2A0F}"/>
              </a:ext>
            </a:extLst>
          </p:cNvPr>
          <p:cNvCxnSpPr/>
          <p:nvPr/>
        </p:nvCxnSpPr>
        <p:spPr>
          <a:xfrm rot="10800000" flipV="1">
            <a:off x="6794500" y="215900"/>
            <a:ext cx="3073400" cy="1231900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מחבר: מעוקל 4">
            <a:extLst>
              <a:ext uri="{FF2B5EF4-FFF2-40B4-BE49-F238E27FC236}">
                <a16:creationId xmlns:a16="http://schemas.microsoft.com/office/drawing/2014/main" id="{F365DEF2-2042-4E39-AD78-30B2681D28B6}"/>
              </a:ext>
            </a:extLst>
          </p:cNvPr>
          <p:cNvCxnSpPr/>
          <p:nvPr/>
        </p:nvCxnSpPr>
        <p:spPr>
          <a:xfrm rot="16200000" flipV="1">
            <a:off x="5943600" y="3136900"/>
            <a:ext cx="2616200" cy="1422400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מחבר: מעוקל 6">
            <a:extLst>
              <a:ext uri="{FF2B5EF4-FFF2-40B4-BE49-F238E27FC236}">
                <a16:creationId xmlns:a16="http://schemas.microsoft.com/office/drawing/2014/main" id="{72420995-5521-4BB3-ADF0-41CF659D943A}"/>
              </a:ext>
            </a:extLst>
          </p:cNvPr>
          <p:cNvCxnSpPr>
            <a:cxnSpLocks/>
          </p:cNvCxnSpPr>
          <p:nvPr/>
        </p:nvCxnSpPr>
        <p:spPr>
          <a:xfrm>
            <a:off x="3213100" y="711200"/>
            <a:ext cx="2654301" cy="1790701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מלבן 9">
            <a:extLst>
              <a:ext uri="{FF2B5EF4-FFF2-40B4-BE49-F238E27FC236}">
                <a16:creationId xmlns:a16="http://schemas.microsoft.com/office/drawing/2014/main" id="{80DAFC64-D6FB-4AAF-B149-437A11D4E11C}"/>
              </a:ext>
            </a:extLst>
          </p:cNvPr>
          <p:cNvSpPr/>
          <p:nvPr/>
        </p:nvSpPr>
        <p:spPr>
          <a:xfrm>
            <a:off x="9965871" y="-111436"/>
            <a:ext cx="13724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ארם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E5A67B9A-6235-464F-B66C-96670E075614}"/>
              </a:ext>
            </a:extLst>
          </p:cNvPr>
          <p:cNvSpPr/>
          <p:nvPr/>
        </p:nvSpPr>
        <p:spPr>
          <a:xfrm>
            <a:off x="8118446" y="4547650"/>
            <a:ext cx="16129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מואב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A4027971-8AF3-44B0-B09E-A49BAE9D5B31}"/>
              </a:ext>
            </a:extLst>
          </p:cNvPr>
          <p:cNvSpPr/>
          <p:nvPr/>
        </p:nvSpPr>
        <p:spPr>
          <a:xfrm>
            <a:off x="993836" y="440107"/>
            <a:ext cx="25090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 cap="none" spc="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פלשתים</a:t>
            </a:r>
            <a:endParaRPr lang="he-IL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1926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3DC24633-A3BA-49D7-931D-7C37DE6E3ABF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" t="-1" r="6293" b="43582"/>
          <a:stretch/>
        </p:blipFill>
        <p:spPr bwMode="auto">
          <a:xfrm rot="5400000">
            <a:off x="5310897" y="315203"/>
            <a:ext cx="6339556" cy="624980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06044DC9-B60B-49E5-BD0A-B320438C2526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44" t="59186" r="9869" b="6275"/>
          <a:stretch/>
        </p:blipFill>
        <p:spPr bwMode="auto">
          <a:xfrm rot="5400000">
            <a:off x="2607179" y="4073374"/>
            <a:ext cx="1618876" cy="343689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41F52E-2FBB-4EC1-BBF2-E3A73D9C6CD1}"/>
              </a:ext>
            </a:extLst>
          </p:cNvPr>
          <p:cNvSpPr txBox="1"/>
          <p:nvPr/>
        </p:nvSpPr>
        <p:spPr>
          <a:xfrm>
            <a:off x="391886" y="885371"/>
            <a:ext cx="406400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000" dirty="0">
                <a:latin typeface="Narkisim" panose="020E0502050101010101" pitchFamily="34" charset="-79"/>
                <a:cs typeface="Narkisim" panose="020E0502050101010101" pitchFamily="34" charset="-79"/>
              </a:rPr>
              <a:t>ההערכות למלחמת דבורה וברק</a:t>
            </a:r>
          </a:p>
        </p:txBody>
      </p:sp>
    </p:spTree>
    <p:extLst>
      <p:ext uri="{BB962C8B-B14F-4D97-AF65-F5344CB8AC3E}">
        <p14:creationId xmlns:p14="http://schemas.microsoft.com/office/powerpoint/2010/main" val="4199768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>
            <a:extLst>
              <a:ext uri="{FF2B5EF4-FFF2-40B4-BE49-F238E27FC236}">
                <a16:creationId xmlns:a16="http://schemas.microsoft.com/office/drawing/2014/main" id="{18996B6E-C517-4CE6-8ED1-5E42769FFC67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1" r="2990" b="1373"/>
          <a:stretch/>
        </p:blipFill>
        <p:spPr bwMode="auto">
          <a:xfrm rot="16200000">
            <a:off x="3193144" y="-1709059"/>
            <a:ext cx="6241145" cy="102761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F5F589-D1E9-4118-9F50-8F5EB24C2672}"/>
              </a:ext>
            </a:extLst>
          </p:cNvPr>
          <p:cNvSpPr txBox="1"/>
          <p:nvPr/>
        </p:nvSpPr>
        <p:spPr>
          <a:xfrm>
            <a:off x="551541" y="5268686"/>
            <a:ext cx="422365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600" dirty="0">
                <a:latin typeface="Narkisim" panose="020E0502050101010101" pitchFamily="34" charset="-79"/>
                <a:cs typeface="Narkisim" panose="020E0502050101010101" pitchFamily="34" charset="-79"/>
              </a:rPr>
              <a:t>מלחמת דבורה וברק</a:t>
            </a:r>
          </a:p>
        </p:txBody>
      </p:sp>
    </p:spTree>
    <p:extLst>
      <p:ext uri="{BB962C8B-B14F-4D97-AF65-F5344CB8AC3E}">
        <p14:creationId xmlns:p14="http://schemas.microsoft.com/office/powerpoint/2010/main" val="3269201764"/>
      </p:ext>
    </p:extLst>
  </p:cSld>
  <p:clrMapOvr>
    <a:masterClrMapping/>
  </p:clrMapOvr>
</p:sld>
</file>

<file path=ppt/theme/theme1.xml><?xml version="1.0" encoding="utf-8"?>
<a:theme xmlns:a="http://schemas.openxmlformats.org/drawingml/2006/main" name="פיאה">
  <a:themeElements>
    <a:clrScheme name="פיאה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פיאה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פיאה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2970</TotalTime>
  <Words>25</Words>
  <Application>Microsoft Office PowerPoint</Application>
  <PresentationFormat>מסך רחב</PresentationFormat>
  <Paragraphs>9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1" baseType="lpstr">
      <vt:lpstr>Arial</vt:lpstr>
      <vt:lpstr>Narkisim</vt:lpstr>
      <vt:lpstr>Trebuchet MS</vt:lpstr>
      <vt:lpstr>Wingdings 3</vt:lpstr>
      <vt:lpstr>פיאה</vt:lpstr>
      <vt:lpstr>שופטים פרק ד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שופטים פרק ד</dc:title>
  <dc:creator>יעל דאר</dc:creator>
  <cp:lastModifiedBy>יעל דאר</cp:lastModifiedBy>
  <cp:revision>8</cp:revision>
  <dcterms:created xsi:type="dcterms:W3CDTF">2019-09-19T18:20:14Z</dcterms:created>
  <dcterms:modified xsi:type="dcterms:W3CDTF">2019-09-21T19:50:29Z</dcterms:modified>
</cp:coreProperties>
</file>